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a1404f79e4810" /><Relationship Type="http://schemas.openxmlformats.org/officeDocument/2006/relationships/extended-properties" Target="/docProps/app.xml" Id="R72e380660c854a28" /><Relationship Type="http://schemas.openxmlformats.org/officeDocument/2006/relationships/officeDocument" Target="/ppt/presentation.xml" Id="R9f0908d3b39b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b38ec28d94f98"/>
  </p:sldMasterIdLst>
  <p:notesMasterIdLst>
    <p:notesMasterId xmlns:r="http://schemas.openxmlformats.org/officeDocument/2006/relationships" r:id="R7375490b5f6b4c7e"/>
  </p:notesMasterIdLst>
  <p:sldIdLst>
    <p:sldId xmlns:r="http://schemas.openxmlformats.org/officeDocument/2006/relationships" id="256" r:id="R3e8a71ac1bb54a79"/>
    <p:sldId xmlns:r="http://schemas.openxmlformats.org/officeDocument/2006/relationships" id="257" r:id="Rdf93ea8b1a2c4a49"/>
    <p:sldId xmlns:r="http://schemas.openxmlformats.org/officeDocument/2006/relationships" id="258" r:id="Rd1f78b89860f48e6"/>
    <p:sldId xmlns:r="http://schemas.openxmlformats.org/officeDocument/2006/relationships" id="259" r:id="R9d1f5039f3444d0b"/>
    <p:sldId xmlns:r="http://schemas.openxmlformats.org/officeDocument/2006/relationships" id="260" r:id="R5537d97aa3a94f92"/>
    <p:sldId xmlns:r="http://schemas.openxmlformats.org/officeDocument/2006/relationships" id="261" r:id="Rd5c165a39ecd48ba"/>
    <p:sldId xmlns:r="http://schemas.openxmlformats.org/officeDocument/2006/relationships" id="262" r:id="Rd8a16e97d4e44ffa"/>
    <p:sldId xmlns:r="http://schemas.openxmlformats.org/officeDocument/2006/relationships" id="263" r:id="R2517c163bbab4d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c61927d032413b" /><Relationship Type="http://schemas.openxmlformats.org/officeDocument/2006/relationships/slideMaster" Target="/ppt/slideMasters/slideMaster1.xml" Id="R2c3b38ec28d94f98" /><Relationship Type="http://schemas.openxmlformats.org/officeDocument/2006/relationships/notesMaster" Target="/ppt/notesMasters/notesMaster1.xml" Id="R7375490b5f6b4c7e" /><Relationship Type="http://schemas.openxmlformats.org/officeDocument/2006/relationships/presProps" Target="/ppt/presProps.xml" Id="R799dbff9dd09473b" /><Relationship Type="http://schemas.openxmlformats.org/officeDocument/2006/relationships/tableStyles" Target="/ppt/tableStyles.xml" Id="R17b7b7ab8971400b" /><Relationship Type="http://schemas.openxmlformats.org/officeDocument/2006/relationships/slide" Target="/ppt/slides/slide1.xml" Id="R3e8a71ac1bb54a79" /><Relationship Type="http://schemas.openxmlformats.org/officeDocument/2006/relationships/slide" Target="/ppt/slides/slide2.xml" Id="Rdf93ea8b1a2c4a49" /><Relationship Type="http://schemas.openxmlformats.org/officeDocument/2006/relationships/slide" Target="/ppt/slides/slide3.xml" Id="Rd1f78b89860f48e6" /><Relationship Type="http://schemas.openxmlformats.org/officeDocument/2006/relationships/slide" Target="/ppt/slides/slide4.xml" Id="R9d1f5039f3444d0b" /><Relationship Type="http://schemas.openxmlformats.org/officeDocument/2006/relationships/slide" Target="/ppt/slides/slide5.xml" Id="R5537d97aa3a94f92" /><Relationship Type="http://schemas.openxmlformats.org/officeDocument/2006/relationships/slide" Target="/ppt/slides/slide6.xml" Id="Rd5c165a39ecd48ba" /><Relationship Type="http://schemas.openxmlformats.org/officeDocument/2006/relationships/slide" Target="/ppt/slides/slide7.xml" Id="Rd8a16e97d4e44ffa" /><Relationship Type="http://schemas.openxmlformats.org/officeDocument/2006/relationships/slide" Target="/ppt/slides/slide8.xml" Id="R2517c163bbab4d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eb4ea9572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4bd3d362b4f0a" /><Relationship Type="http://schemas.openxmlformats.org/officeDocument/2006/relationships/notesMaster" Target="/ppt/notesMasters/notesMaster1.xml" Id="R57edeb459c884b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d4a6c40b94ab8" /><Relationship Type="http://schemas.openxmlformats.org/officeDocument/2006/relationships/notesMaster" Target="/ppt/notesMasters/notesMaster1.xml" Id="Rc2d298b21b03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5c7d1e5114446b" /><Relationship Type="http://schemas.openxmlformats.org/officeDocument/2006/relationships/notesMaster" Target="/ppt/notesMasters/notesMaster1.xml" Id="Rd748473e48f1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f591e1a8114e5e" /><Relationship Type="http://schemas.openxmlformats.org/officeDocument/2006/relationships/notesMaster" Target="/ppt/notesMasters/notesMaster1.xml" Id="R1587583ab478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4924148e9a4af2" /><Relationship Type="http://schemas.openxmlformats.org/officeDocument/2006/relationships/notesMaster" Target="/ppt/notesMasters/notesMaster1.xml" Id="Ra9b1ac5361784f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32f3fa565435c" /><Relationship Type="http://schemas.openxmlformats.org/officeDocument/2006/relationships/notesMaster" Target="/ppt/notesMasters/notesMaster1.xml" Id="R1c3d6b33421d42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6d0e84d9c44a7" /><Relationship Type="http://schemas.openxmlformats.org/officeDocument/2006/relationships/notesMaster" Target="/ppt/notesMasters/notesMaster1.xml" Id="R2b4261d87e7b47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a6c52ae8eb4336" /><Relationship Type="http://schemas.openxmlformats.org/officeDocument/2006/relationships/notesMaster" Target="/ppt/notesMasters/notesMaster1.xml" Id="R13c810bc56874b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ab26d6f03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0593e0df84828" /><Relationship Type="http://schemas.openxmlformats.org/officeDocument/2006/relationships/slideLayout" Target="/ppt/slideLayouts/slideLayout1.xml" Id="Rdefae7eb3894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ae7eb3894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e7b404cd74b14" /><Relationship Type="http://schemas.openxmlformats.org/officeDocument/2006/relationships/notesSlide" Target="/ppt/notesSlides/notesSlide1.xml" Id="Reda6fed7970647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ee8cf7fbb43de" /><Relationship Type="http://schemas.openxmlformats.org/officeDocument/2006/relationships/notesSlide" Target="/ppt/notesSlides/notesSlide2.xml" Id="R49909ba338784f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52f24142043c0" /><Relationship Type="http://schemas.openxmlformats.org/officeDocument/2006/relationships/notesSlide" Target="/ppt/notesSlides/notesSlide3.xml" Id="Rf8a33085555c40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262ffaa9f4aa5" /><Relationship Type="http://schemas.openxmlformats.org/officeDocument/2006/relationships/notesSlide" Target="/ppt/notesSlides/notesSlide4.xml" Id="Rae45bc389d2545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1dcda32d14ccb" /><Relationship Type="http://schemas.openxmlformats.org/officeDocument/2006/relationships/notesSlide" Target="/ppt/notesSlides/notesSlide5.xml" Id="R76e45995e88045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93939d1ed4185" /><Relationship Type="http://schemas.openxmlformats.org/officeDocument/2006/relationships/notesSlide" Target="/ppt/notesSlides/notesSlide6.xml" Id="R9a9303b89aff40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8e4807d34260" /><Relationship Type="http://schemas.openxmlformats.org/officeDocument/2006/relationships/notesSlide" Target="/ppt/notesSlides/notesSlide7.xml" Id="R126bb2f6ec1f4e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80828b5304b11" /><Relationship Type="http://schemas.openxmlformats.org/officeDocument/2006/relationships/notesSlide" Target="/ppt/notesSlides/notesSlide8.xml" Id="R988c04be18834a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1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C000C-EE06-40F2-BE56-76CB164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DE46-114F-463E-B738-979B576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324A"/>
                </a:solidFill>
              </a:defRPr>
            </a:pPr>
            <a:r>
              <a:rPr sz="4050" b="1">
                <a:solidFill>
                  <a:srgbClr val="18324A"/>
                </a:solidFill>
              </a:rPr>
              <a:t>Event Schedule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633B2-DA66-438A-9CF3-46BF369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16D"/>
                </a:solidFill>
              </a:defRPr>
            </a:pPr>
            <a:r>
              <a:rPr sz="1875" b="0">
                <a:solidFill>
                  <a:srgbClr val="55616D"/>
                </a:solidFill>
              </a:rPr>
              <a:t>Training deck and operating overview for the V8.6 clean tested workbook.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499BC-50D3-4631-95A3-4DCE625C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F22CE-CF8B-4C20-8099-EC078ECC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E74B5"/>
                </a:solidFill>
              </a:defRPr>
            </a:pPr>
            <a:r>
              <a:rPr sz="4350" b="1">
                <a:solidFill>
                  <a:srgbClr val="2E74B5"/>
                </a:solidFill>
              </a:rPr>
              <a:t>V8.6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4B6CD-EEE9-4E71-95AF-6694B8E9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33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Clean tested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AF980-1C82-46A6-BD7D-49C2E16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A"/>
                </a:solidFill>
              </a:defRPr>
            </a:pPr>
            <a:r>
              <a:rPr sz="1650" b="0">
                <a:solidFill>
                  <a:srgbClr val="18324A"/>
                </a:solidFill>
              </a:rPr>
              <a:t>Daily schedule | Weekly calendar | Run of show | Printable views</a:t>
            </a:r>
          </a:p>
        </p:txBody>
      </p:sp>
    </p:spTree>
    <p:extLst>
      <p:ext uri="{BB962C8B-B14F-4D97-AF65-F5344CB8AC3E}">
        <p14:creationId xmlns:p14="http://schemas.microsoft.com/office/powerpoint/2010/main" val="1457361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C165C-6D31-484E-8D55-4E60CF1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730DC-C575-4B39-9025-88C14C1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What the workbook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00A93-CA0B-439E-8E4C-B015980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C679E-16C1-4FF3-AD86-2942798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One Data Input table drives every printable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B2AB5-521A-4EBC-94F6-98DB8CEE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1D15A-4090-4E12-8132-52A4E382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A787C-4945-4BD9-AC33-AFB7D7B7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5CB99-201D-4BF6-9C76-EFED5F5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Enter event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BDE72-526A-40C3-B7BC-B17F848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Use Data Input as the single source of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CC1EE-7773-4A08-8341-521EBB3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77C11-4D6C-4723-939B-895A1C2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FC61F-11CD-42D1-896E-B4516A08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2A6EF-BC6F-424C-AF22-8F661359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Choose the right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3940E-7374-476A-B2B1-3C6F5B9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Daily, weekly, location, sponsor, speaker, attendee, or run-of-show.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B350-9F72-47A3-910D-40501F2F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4782E-DB41-4449-82BD-10FADF1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A1F6B-C2CD-4006-A6D7-B07742B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1FCE3-C8E5-422A-8359-23749DE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Print or brief from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1FFF-6840-4BDE-80F1-9147ACF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Each view is built for quick reading by people on the move.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B8BBF-6832-4597-AE45-4091B9E1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65616-5BCB-49CF-B74E-0E7A150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Formula-driven views update when rows are added to the Excel 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67459-E4F6-48C0-B49B-CFC18F7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37FD9-0FD7-4EE6-A693-B793C8C7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TBD and all-day items are kept out of the hourly grid.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16BB5-D5BF-4BE4-978D-683E26E6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D15-78A6-4D2D-A32C-D0B2681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Schedule slots handle overlapping events across columns.</a:t>
            </a:r>
          </a:p>
        </p:txBody>
      </p:sp>
    </p:spTree>
    <p:extLst>
      <p:ext uri="{BB962C8B-B14F-4D97-AF65-F5344CB8AC3E}">
        <p14:creationId xmlns:p14="http://schemas.microsoft.com/office/powerpoint/2010/main" val="707020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D95FE-3E10-45E5-A30A-876D659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3FA3F-3335-4EBC-ABFB-D749799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Data Input is the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E21C6-CED9-4F21-BF42-A68EC63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7296-D3A0-48AD-8E6E-EB74A6C8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038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65C7B-0E0E-4865-966B-8F53F3F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A"/>
                </a:solidFill>
              </a:defRPr>
            </a:pPr>
            <a:r>
              <a:rPr sz="1725" b="0">
                <a:solidFill>
                  <a:srgbClr val="18324A"/>
                </a:solidFill>
              </a:rPr>
              <a:t>Enter one event per row. Keep dates, times, location, category, people, sponsors, and status as complete and consistent as 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21FE0-7A48-444C-B101-6BA468BB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FE57E-B5EF-4D5F-958A-BD52A07D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dropdowns from Reference for repeatable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046D7-1038-4C4E-A947-F3B69172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1D59C-0794-4120-9E25-A2282FC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numeric start/end times for timed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F29D1-EA00-4CB9-A806-0233DBB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5F8D6-CB5E-4141-B7DD-22F8B015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TBD when the time is unknown.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82018-D891-4205-AFB0-A27695E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444AC-A064-4775-B2C5-D63B0137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All Day for true all-day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70AC0-53FF-47B8-82CB-3296FE74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FF1EF-9AD4-4D59-9EB7-0C7F9117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comma-separated names for multiple speakers, attendees, or sponsors.</a:t>
            </a:r>
          </a:p>
        </p:txBody>
      </p:sp>
    </p:spTree>
    <p:extLst>
      <p:ext uri="{BB962C8B-B14F-4D97-AF65-F5344CB8AC3E}">
        <p14:creationId xmlns:p14="http://schemas.microsoft.com/office/powerpoint/2010/main" val="157410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7432F-5F77-47B7-A42B-B94601F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40055-6A0F-49B8-B7FD-0FB7F52B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Daily and weekly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9F403-D9DC-40B4-9C67-B8DDB1B5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7943D-CA08-4CD6-92C5-A005538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97590-2814-43E2-B9AD-EC09039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24A"/>
                </a:solidFill>
              </a:defRPr>
            </a:pPr>
            <a:r>
              <a:rPr sz="2175" b="1">
                <a:solidFill>
                  <a:srgbClr val="18324A"/>
                </a:solidFill>
              </a:rPr>
              <a:t>Daily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A2979-F0A9-4B28-AC14-DF0A938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686A-8B0C-4A3D-A95C-17DDD8FB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One day at a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692A2-B2A8-4C4E-8C73-E80D332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469C1-0236-41BF-B3A2-1DB5224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Timed events in hourly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3B918-7CCA-4D5F-8521-19DCE9C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342C2-9219-4119-A8FE-1B3D0356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Overlaps move into slots 1, 2, 3...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BB116-2A9E-4863-AE7D-CE32E395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E0DDB-93A6-42F1-9E17-F3E55C4A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TBD and all-day are separated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402B8-0371-4093-ACB5-4106F0A4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32269-2297-4FBF-AE68-F903046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24A"/>
                </a:solidFill>
              </a:defRPr>
            </a:pPr>
            <a:r>
              <a:rPr sz="2175" b="1">
                <a:solidFill>
                  <a:srgbClr val="18324A"/>
                </a:solidFill>
              </a:rPr>
              <a:t>Weekly Calendar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CEE3E-A236-4AC3-99CB-52905EE2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1C0CC-F1D6-4286-AB21-2658853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Week-at-a-glance by day and hour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D8C31-7D3A-4A56-B807-95663CE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A80F6-854C-4C99-9300-55B139F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 filters to narrow the show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FEB3D-4BB1-4EBF-BBCC-5095E4EE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796E3-C598-4659-A6EB-AB8C32B8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Weekly Event List gives a cleaner print 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A61ED-B7A8-450B-B7D3-772DE9F7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B1717-FCC8-4607-ABE6-A4A77C6E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Best for quick planning checks</a:t>
            </a:r>
          </a:p>
        </p:txBody>
      </p:sp>
    </p:spTree>
    <p:extLst>
      <p:ext uri="{BB962C8B-B14F-4D97-AF65-F5344CB8AC3E}">
        <p14:creationId xmlns:p14="http://schemas.microsoft.com/office/powerpoint/2010/main" val="2107621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10FF3-AEEF-4A60-8E77-EFCB0D9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5ABAC-05FA-4CA2-8519-6347C7D8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Run of Show is the minute-by-minute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2C0B3-289E-4E21-A926-4429AEB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AB75F-2103-471F-8A02-C6258A6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16D"/>
                </a:solidFill>
              </a:defRPr>
            </a:pPr>
            <a:r>
              <a:rPr sz="1800" b="0">
                <a:solidFill>
                  <a:srgbClr val="55616D"/>
                </a:solidFill>
              </a:rPr>
              <a:t>Use it when an event needs operational detail beyond the calendar entry.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572A-0250-44A4-A2AE-7E40B9A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E5C71-5A54-4ABB-BD84-0BF424C6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602C5-D7B6-42EE-9A38-ECDC235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15DFA-7B9E-4FD5-924D-364DF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Pick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0BD67-05FC-45CE-97F3-FA3464F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Start with the room or event 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828C5-4709-4058-88DC-FC5743C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E3F6C-347F-4712-87B9-EA3552C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161EE-7E17-4EA4-8964-E95AAE7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CC023-2668-4C07-8F31-441E2D1C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Pick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4BCEB-5BF3-441A-B780-2927AA47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The dropdown narrows to timed events at that location.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DC7CE-36B9-414C-B51A-65696B74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9581C-0DAB-43CF-837A-9F19F62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D5F26-4BF1-4A9F-BB41-292D529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B4DD2-00B9-4D23-9599-4C26B4D7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Fill the rundown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4E521-B00F-4870-A43E-DAFB1F7F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Add speaker, cue, tech, transition, and notes by minute.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52471-9255-4BA8-AE2B-5D60649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C7F94-70A3-474D-95DF-727754B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720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Best use: stage cues, speaker timing, AV notes, handoffs, and day-of execution notes.</a:t>
            </a:r>
          </a:p>
        </p:txBody>
      </p:sp>
    </p:spTree>
    <p:extLst>
      <p:ext uri="{BB962C8B-B14F-4D97-AF65-F5344CB8AC3E}">
        <p14:creationId xmlns:p14="http://schemas.microsoft.com/office/powerpoint/2010/main" val="153456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CC88B-5182-4970-8845-6D82F97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26924-B76F-4B86-9162-9C53996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Printable summary tabs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1378E-D683-4A2A-A945-56FCCAB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2F7C-4B3D-4CD0-A2B3-A7F39606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67540-CACD-40DA-A204-610E0358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Location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9DA83-9780-4D95-A07C-53F1D0E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24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See when each space is busy.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998F-BF10-4ECD-9708-BF26F30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0644E-72A0-4F0C-B98E-4F6AB32F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Sponsors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E073-6BD4-4C79-90B3-9CC4889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Events with sponsor entries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27F00-E4CE-4AFD-82DC-1760C8D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287F0-B02A-4000-B8DD-2392B8F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Speakers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64794-2CA4-4601-A29A-4D89B135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Events with speaker entries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DEA0A-7183-41DD-8D2C-94DFCA5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0C951-F34A-4AAB-86F0-E3573B0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Required Attendees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EA1F3-5A99-45FA-9BBA-F65048E9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672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Who needs to be where.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B58B5-A10B-450F-A103-074F3263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914F9-4EA6-4E8D-BD28-046D6EA9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Instructions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FAA34-738C-4BA2-9431-0AE9E0E0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482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Plain-language workbook guide.</a:t>
            </a:r>
          </a:p>
        </p:txBody>
      </p:sp>
    </p:spTree>
    <p:extLst>
      <p:ext uri="{BB962C8B-B14F-4D97-AF65-F5344CB8AC3E}">
        <p14:creationId xmlns:p14="http://schemas.microsoft.com/office/powerpoint/2010/main" val="607212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A94BE-1321-4258-A605-9B2989AB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FD0F4-AD87-4C5E-AC34-27F93F6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Before distributing a new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21CFB-DABC-45A1-AF18-D40708A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8CB2E-85AB-4727-8C2A-E35BF97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D5DE-2FEE-4854-B772-38165C8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Save a new version; never overwrite the prior working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0B7EF-937E-417B-8791-11297176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618AA-869C-4C67-B6F5-EDDC06C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 test category on Reference and use it in Data Input.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D1D14-60C6-46FD-8F9D-53AF157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A50CE-1362-4766-A4CD-1FD323C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overlapping timed events and confirm slots 1, 2, and 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9CFCB-305F-4AE3-88C2-86A6010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A9C34-B4D6-4CA7-BB56-829BCB3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 TBD event and confirm it appears once in the TBD row.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077E-4D3B-4567-8716-91F8783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FFFC1-749A-4029-81F7-12E40DD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an all-day event and confirm it appears once in All-Day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5B838-09B7-43C3-9510-7E5FBC48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9C0E-F030-4A09-A189-43E777A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Reopen the file and check Daily, Weekly, Run of Show, and summary tabs.</a:t>
            </a:r>
          </a:p>
        </p:txBody>
      </p:sp>
    </p:spTree>
    <p:extLst>
      <p:ext uri="{BB962C8B-B14F-4D97-AF65-F5344CB8AC3E}">
        <p14:creationId xmlns:p14="http://schemas.microsoft.com/office/powerpoint/2010/main" val="1772036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E4993-458C-4B66-BF2C-F6605CE5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Operating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812EA-846D-4B73-BE60-F0D8A2F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Data Input is the source of truth. Everything else is a 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A4F7-B813-42DF-AAA9-5E29FB5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914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44962"/>
          </a:solidFill>
          <a:ln xmlns:a="http://schemas.openxmlformats.org/drawingml/2006/main" w="9525">
            <a:solidFill>
              <a:srgbClr val="3D65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81EC7-82E8-4C7F-96E3-E89D0B5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When something looks wrong, check the row first: date, start time, end time, event name, location, category, class,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C5CFE-81D0-4624-B24B-740383C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7D6"/>
                </a:solidFill>
              </a:defRPr>
            </a:pPr>
            <a:r>
              <a:rPr sz="1425" b="0">
                <a:solidFill>
                  <a:srgbClr val="B7C7D6"/>
                </a:solidFill>
              </a:rPr>
              <a:t>V8.6 clean tested template</a:t>
            </a:r>
          </a:p>
        </p:txBody>
      </p:sp>
    </p:spTree>
    <p:extLst>
      <p:ext uri="{BB962C8B-B14F-4D97-AF65-F5344CB8AC3E}">
        <p14:creationId xmlns:p14="http://schemas.microsoft.com/office/powerpoint/2010/main" val="786619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2026-06-23T01:32:55.5590000Z</dcterms:created>
  <dcterms:modified xsi:type="dcterms:W3CDTF">2026-06-23T01:32:55.5600000Z</dcterms:modified>
</coreProperties>
</file>